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6EB7423-51FC-40B3-A15A-CC321DD455B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9D07-9E17-4D61-96FB-701D5C9DE2E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150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7423-51FC-40B3-A15A-CC321DD455B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9D07-9E17-4D61-96FB-701D5C9DE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417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7423-51FC-40B3-A15A-CC321DD455B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9D07-9E17-4D61-96FB-701D5C9DE2E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629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7423-51FC-40B3-A15A-CC321DD455B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9D07-9E17-4D61-96FB-701D5C9DE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41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7423-51FC-40B3-A15A-CC321DD455B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9D07-9E17-4D61-96FB-701D5C9DE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26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7423-51FC-40B3-A15A-CC321DD455B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9D07-9E17-4D61-96FB-701D5C9DE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744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7423-51FC-40B3-A15A-CC321DD455B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9D07-9E17-4D61-96FB-701D5C9DE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11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7423-51FC-40B3-A15A-CC321DD455B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9D07-9E17-4D61-96FB-701D5C9DE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53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7423-51FC-40B3-A15A-CC321DD455B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9D07-9E17-4D61-96FB-701D5C9DE2E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744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7423-51FC-40B3-A15A-CC321DD455B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9D07-9E17-4D61-96FB-701D5C9DE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478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7423-51FC-40B3-A15A-CC321DD455B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9D07-9E17-4D61-96FB-701D5C9DE2E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8143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36EB7423-51FC-40B3-A15A-CC321DD455B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14589D07-9E17-4D61-96FB-701D5C9DE2E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100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6F24F-5B84-41E8-8147-D6CD1BD19F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Blue cash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3C6581-1FBC-4803-B94E-5F6FCEE3BD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4327" y="5034028"/>
            <a:ext cx="3777673" cy="146304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Fathy </a:t>
            </a:r>
            <a:r>
              <a:rPr lang="en-US" dirty="0" err="1"/>
              <a:t>Sliem</a:t>
            </a:r>
            <a:r>
              <a:rPr lang="en-US" dirty="0"/>
              <a:t> Fathy            202206803</a:t>
            </a:r>
          </a:p>
          <a:p>
            <a:r>
              <a:rPr lang="en-US" dirty="0"/>
              <a:t>Omar Ahmed El-</a:t>
            </a:r>
            <a:r>
              <a:rPr lang="en-US" dirty="0" err="1"/>
              <a:t>moatsem</a:t>
            </a:r>
            <a:r>
              <a:rPr lang="en-US" dirty="0"/>
              <a:t> 201906899</a:t>
            </a:r>
          </a:p>
          <a:p>
            <a:r>
              <a:rPr lang="en-US" dirty="0"/>
              <a:t>Yousef Mohamed Ahmed  202206633</a:t>
            </a:r>
          </a:p>
          <a:p>
            <a:r>
              <a:rPr lang="en-US" dirty="0" err="1"/>
              <a:t>Meram</a:t>
            </a:r>
            <a:r>
              <a:rPr lang="en-US" dirty="0"/>
              <a:t> Mohamed            202206945</a:t>
            </a:r>
          </a:p>
          <a:p>
            <a:r>
              <a:rPr lang="en-US" dirty="0"/>
              <a:t>Alaa </a:t>
            </a:r>
            <a:r>
              <a:rPr lang="en-US" dirty="0" err="1"/>
              <a:t>osama</a:t>
            </a:r>
            <a:r>
              <a:rPr lang="en-US" dirty="0"/>
              <a:t>                    202206797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8DE1C1-504E-47F3-8B11-2F73B5FAB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375" y="813666"/>
            <a:ext cx="314325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00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046E0-B941-4759-A836-6C618204C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987BE-3C62-4C41-8D20-7487F0570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182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12</TotalTime>
  <Words>20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Tw Cen MT</vt:lpstr>
      <vt:lpstr>Tw Cen MT Condensed</vt:lpstr>
      <vt:lpstr>Wingdings 3</vt:lpstr>
      <vt:lpstr>Integral</vt:lpstr>
      <vt:lpstr>Blue cash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cash</dc:title>
  <dc:creator>fathy sliemfathy elbadawy</dc:creator>
  <cp:lastModifiedBy>fathy sliemfathy elbadawy</cp:lastModifiedBy>
  <cp:revision>4</cp:revision>
  <dcterms:created xsi:type="dcterms:W3CDTF">2026-03-28T15:51:24Z</dcterms:created>
  <dcterms:modified xsi:type="dcterms:W3CDTF">2026-03-28T19:50:19Z</dcterms:modified>
</cp:coreProperties>
</file>